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6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Registros</c:v>
                </c:pt>
              </c:strCache>
            </c:strRef>
          </c:tx>
          <c:spPr>
            <a:solidFill>
              <a:srgbClr val="1A73E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FD0-4C63-A121-1933A0633ED3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D0-4C63-A121-1933A0633ED3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FD0-4C63-A121-1933A0633ED3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FD0-4C63-A121-1933A0633ED3}"/>
              </c:ext>
            </c:extLst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FD0-4C63-A121-1933A0633ED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Proposições</c:v>
                </c:pt>
                <c:pt idx="1">
                  <c:v>Despesas</c:v>
                </c:pt>
                <c:pt idx="2">
                  <c:v>Votações</c:v>
                </c:pt>
                <c:pt idx="3">
                  <c:v>Deputados</c:v>
                </c:pt>
                <c:pt idx="4">
                  <c:v>Partidos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15562</c:v>
                </c:pt>
                <c:pt idx="1">
                  <c:v>7430</c:v>
                </c:pt>
                <c:pt idx="2">
                  <c:v>1532</c:v>
                </c:pt>
                <c:pt idx="3">
                  <c:v>512</c:v>
                </c:pt>
                <c:pt idx="4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FD0-4C63-A121-1933A0633E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D4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D4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74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projeto e a squad DataFlow Squad. Mencione que é o projeto integrador da pós-graduação em Engenharia de Dados e IA na Xperiun Data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problema: consultorias de relações governamentais gastam horas lendo o site da Câmara. A solução automatiza do início ao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o retry com backoff exponencial na extração, o json_normalize no transformer, e a separação clara de responsabilidades entre cada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separação fato/dimensão. Destaque que despesas foi adicionada como terceira tabela fato integrando transparência no uso da cota parlamentar.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Destaque: custo total de apenas $0.17 para 15k proposições. O script processa apenas WHERE tema IS NULL — seguro para reruns.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workflow é publicado no n8n cloud. Mostre o JSON exportado em n8n/workflow.json no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ao vivo: dashboard, proposições filtradas, perfil de deputado com despesas, ranking de gastos e chatbot com pergunta sobre cota parlamentar.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Foque nas decisões que mostram maturidade técnica: idempotência, separação de responsabilidades, controle de custo e transparência de dados públicos.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o gráfico com os 5 tipos de dados coletados, o custo de $0.17 e as 11 páginas do frontend incluindo o novo ranking de gastos.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o link do site ao vivo. Demonstre o ranking de gastos e o chatbot respondendo sobre cota parlamentar.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4114800" cy="51435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731520" cy="7315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Bússola Pública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de Inteligência Legislativa com 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32004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</a:t>
            </a:r>
            <a:r>
              <a:rPr lang="en-US" sz="1300" b="1" dirty="0" err="1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1272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Cecilia Nascimento  ·  Gustavo Gutierrez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 Ramos  ·  Rogério Soares  ·  Geovana Costa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Pós-graduação em Engenharia de Dados e IA · Xperiun Data Analytics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463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15.562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Proposições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3716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463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7.430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8346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63440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Votações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83464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Classificadas por 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maio/2026 · API Câmara dos Deputados · PostgreSQL 17 · OpenAI · n8n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e a Solução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construir a Bússola Pública?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FFF1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37.000+ proposições/ano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textual disperso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categorização temática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curadoria manual semanal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priorização por relevância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A73E8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automatizado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por IA — embeddings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Resumos executivos via GPT-4o-mini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semanal automático via n8n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Ranking de Gastos ao vivo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end-to-end — da API pública ao relatório executivo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Câmara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Paginação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44752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73E8"/>
                </a:solidFill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91056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91056" y="1280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91056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91056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Requests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70048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73E8"/>
                </a:solidFill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16352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16352" y="1280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🐼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16352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16352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json_normalize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95344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73E8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41648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41648" y="1280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🐘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41648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41648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SQLAlchemy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73E8"/>
                </a:solidFill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66944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2D1B6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66944" y="1280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66944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66944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45936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73E8"/>
                </a:solidFill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92240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1280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92240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Semanal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71232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73E8"/>
                </a:solidFill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17536" y="1188720"/>
            <a:ext cx="1097280" cy="25603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17536" y="1280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717536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17536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931920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931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49040" y="3931920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3749040" y="3931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3931920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3931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Scripts idempotentes — reruns seguros sem duplicatas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tabelas no PostgreSQL 17 — Supabase · maio/2026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508760" cy="2194560"/>
          </a:xfrm>
          <a:prstGeom prst="roundRect">
            <a:avLst>
              <a:gd name="adj" fmla="val 7273"/>
            </a:avLst>
          </a:prstGeom>
          <a:solidFill>
            <a:srgbClr val="E8F0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30906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48256" y="1188720"/>
            <a:ext cx="1508760" cy="2194560"/>
          </a:xfrm>
          <a:prstGeom prst="roundRect">
            <a:avLst>
              <a:gd name="adj" fmla="val 7273"/>
            </a:avLst>
          </a:prstGeom>
          <a:solidFill>
            <a:srgbClr val="E8F0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48256" y="12801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48256" y="1828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22576" y="228600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/>
        </p:spPr>
      </p:sp>
      <p:sp>
        <p:nvSpPr>
          <p:cNvPr id="15" name="Text 13"/>
          <p:cNvSpPr/>
          <p:nvPr/>
        </p:nvSpPr>
        <p:spPr>
          <a:xfrm>
            <a:off x="2322576" y="22860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2697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48256" y="30906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30752" y="1188720"/>
            <a:ext cx="1508760" cy="219456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30752" y="12801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30752" y="1828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proposicoes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05072" y="228600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005072" y="22860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30752" y="2697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15.562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30752" y="30906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13248" y="1188720"/>
            <a:ext cx="1508760" cy="219456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13248" y="12801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🗳️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13248" y="1828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votacoes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87568" y="228600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687568" y="22860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13248" y="2697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13248" y="30906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95744" y="1188720"/>
            <a:ext cx="1508760" cy="219456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95744" y="12801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095744" y="1828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70064" y="228600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7370064" y="22860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95744" y="26974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7.430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095744" y="30906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566160"/>
            <a:ext cx="8412480" cy="6858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5661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25.117 registros</a:t>
            </a:r>
            <a:r>
              <a:rPr lang="en-US" sz="14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Período: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maio/2026</a:t>
            </a:r>
            <a:r>
              <a:rPr lang="en-US" sz="14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Banco: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· Supabase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Colunas geradas por IA na tabela proposicoes: tema (embedding) e resumo_ia (GPT-4o-mini)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Inteligência Artificial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semântica por embeddings + resumos executivos via GPT-4o-mini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1A0F3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 — Classificação Temática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text-embedding-3-small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2D1B6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Tributário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210312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2D1B69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210312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210312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2D1B69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10312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2D1B6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060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26060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2D1B69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260604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Ambiente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D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Educação, Segurança, Economia, Infraestrutura, Outros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similaridade de cosseno entre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da ementa e vetor de cada tema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1A0F3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B — Resumo Executivo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gpt-4o-mini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resumo em 2 linhas em linguagem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para executivos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69748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0D2A1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7432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resumo gerado:
</a:t>
            </a: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proposta cria benefício fiscal para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de tecnologia. Impacto estimado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R$ 2bi em renúncia fiscal."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15.248 de 15.562 proposições classificadas (98%) · Custo total: ~$0.17 · Script idempotente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com n8n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Bússola Pública — Alerta Semanal · toda segunda-feira às 6h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286000" cy="256032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Trigger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semanal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segunda 06:00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73E8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1188720"/>
            <a:ext cx="2286000" cy="2560320"/>
          </a:xfrm>
          <a:prstGeom prst="roundRect">
            <a:avLst>
              <a:gd name="adj" fmla="val 6000"/>
            </a:avLst>
          </a:prstGeom>
          <a:solidFill>
            <a:srgbClr val="F0F9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325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🐘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5 proposições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tema e resumo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73E8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286000" cy="256032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325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HTML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formatado e enviado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069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ação manual após o setup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402336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51760" y="4069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Substitui 4h+ de curadoria semanal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402336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4069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Menos de US$ 5 por mês de operação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402336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0" y="4069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Entrega recorrente garantida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Bússola Pública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TanStack Router · Shadcn UI · Supabase em tempo real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 gráficos ao vivo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8620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Proposições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8620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filtrável + 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2084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+ despesas + perfil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788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Gastos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parlamentar por categoria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69748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788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8620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8620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+ dados reais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69748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2788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2084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interativa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1A73E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compass-legislative.lovable.app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Técnicas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engenharia aplicadas ao projeto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61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bruto antes de transformar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responsabilidades — se o transform quebrar, não refaz a extração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0" y="1261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idempotentes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645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tema IS NULL — reruns seguros sem reprocessar o que já foi feito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496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vs Keywords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semântica captura contexto mesmo sem as palavras exatas do tema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0" y="2496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custo 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com amostra, calcular, depois escalar — $0.17 para 15k proposições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e dimensão separados desde o início — facilita joins e análises futuras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com ranking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ranking de gastos com filtro interativo por categoria de despesa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entregue — maio/2026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108960" cy="749808"/>
          </a:xfrm>
          <a:prstGeom prst="roundRect">
            <a:avLst>
              <a:gd name="adj" fmla="val 12195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03327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25.117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40880" y="1188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registros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0" y="1920240"/>
            <a:ext cx="3108960" cy="749808"/>
          </a:xfrm>
          <a:prstGeom prst="roundRect">
            <a:avLst>
              <a:gd name="adj" fmla="val 12195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94767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04088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Proposições classificadas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2834640"/>
            <a:ext cx="3108960" cy="749808"/>
          </a:xfrm>
          <a:prstGeom prst="roundRect">
            <a:avLst>
              <a:gd name="adj" fmla="val 12195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286207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04088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no frontend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0" y="3749040"/>
            <a:ext cx="3108960" cy="749808"/>
          </a:xfrm>
          <a:prstGeom prst="roundRect">
            <a:avLst>
              <a:gd name="adj" fmla="val 12195"/>
            </a:avLst>
          </a:prstGeom>
          <a:solidFill>
            <a:srgbClr val="10203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0" y="377647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~$0,17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04088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da IA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Pipeline · ✅ Banco · ✅ IA · ✅ n8n · ✅ Frontend · ✅ Despesas · ✅ Ranking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0" y="457200"/>
            <a:ext cx="1280160" cy="128016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3931920" y="457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legislativa,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automatizada.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API pública ao e-mail executivo — em um único pipeline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reprodutível, monitorável e de baixo custo.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3611880"/>
            <a:ext cx="27432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749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Frontend:  compass-legislative.lovable.app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4069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GitHub:  github.com/Cecilia-Nascimento/bussola-publica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4434840"/>
            <a:ext cx="6400800" cy="502920"/>
          </a:xfrm>
          <a:prstGeom prst="roundRect">
            <a:avLst>
              <a:gd name="adj" fmla="val 18182"/>
            </a:avLst>
          </a:prstGeom>
          <a:solidFill>
            <a:srgbClr val="10203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Squad DataFlow Squad  ·  Cecilia · Gustavo · Cesar · Rogério · Geovana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Pós-graduação em Engenharia de Dados e IA · Xperiun Data Analytics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993</Words>
  <Application>Microsoft Office PowerPoint</Application>
  <PresentationFormat>On-screen Show (16:9)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Bússola Pública — Pipeline ETL de Inteligência Legislativa com IA</dc:title>
  <dc:subject>PptxGenJS Presentation</dc:subject>
  <dc:creator>DataFlow Squad</dc:creator>
  <cp:lastModifiedBy>Cecilia Nascimento</cp:lastModifiedBy>
  <cp:revision>2</cp:revision>
  <dcterms:created xsi:type="dcterms:W3CDTF">2026-06-14T16:18:02Z</dcterms:created>
  <dcterms:modified xsi:type="dcterms:W3CDTF">2026-06-14T16:20:42Z</dcterms:modified>
</cp:coreProperties>
</file>